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Cedar delivery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delivery label is Violet Harbor.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